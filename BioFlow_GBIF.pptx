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977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18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20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785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5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13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284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34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72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08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66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92E2C-D9F8-4271-9CFC-9111E70CCC1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5FCE9-1C41-4A9C-BBD3-22757642BE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71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b="1" smtClean="0">
                <a:latin typeface="+mj-ea"/>
              </a:rPr>
              <a:t>BioFlow</a:t>
            </a:r>
            <a:br>
              <a:rPr lang="en-US" altLang="ko-KR" sz="4000" b="1" smtClean="0">
                <a:latin typeface="+mj-ea"/>
              </a:rPr>
            </a:br>
            <a:r>
              <a:rPr lang="en-US" altLang="ko-KR" sz="4000" b="1" smtClean="0">
                <a:latin typeface="+mj-ea"/>
              </a:rPr>
              <a:t>GBIF </a:t>
            </a:r>
            <a:r>
              <a:rPr lang="ko-KR" altLang="en-US" sz="4000" b="1" smtClean="0">
                <a:latin typeface="+mj-ea"/>
              </a:rPr>
              <a:t>데이터 변환 및 검증 툴 사용법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320443" y="4765820"/>
            <a:ext cx="3920836" cy="778769"/>
          </a:xfrm>
        </p:spPr>
        <p:txBody>
          <a:bodyPr>
            <a:normAutofit/>
          </a:bodyPr>
          <a:lstStyle/>
          <a:p>
            <a:pPr algn="dist"/>
            <a:r>
              <a:rPr lang="ko-KR" altLang="en-US" sz="1400" b="1" smtClean="0"/>
              <a:t>개발자    </a:t>
            </a:r>
            <a:r>
              <a:rPr lang="en-US" altLang="ko-KR" sz="1400" b="1" smtClean="0"/>
              <a:t>:                </a:t>
            </a:r>
            <a:r>
              <a:rPr lang="ko-KR" altLang="en-US" sz="1400" b="1" smtClean="0"/>
              <a:t>하진희</a:t>
            </a:r>
            <a:endParaRPr lang="en-US" altLang="ko-KR" sz="1400" b="1" smtClean="0"/>
          </a:p>
          <a:p>
            <a:pPr algn="dist"/>
            <a:r>
              <a:rPr lang="ko-KR" altLang="en-US" sz="1400" b="1" smtClean="0"/>
              <a:t>소 속     </a:t>
            </a:r>
            <a:r>
              <a:rPr lang="en-US" altLang="ko-KR" sz="1400" b="1" smtClean="0"/>
              <a:t>:  </a:t>
            </a:r>
            <a:r>
              <a:rPr lang="ko-KR" altLang="en-US" sz="1400" b="1" smtClean="0"/>
              <a:t>국립중앙과학관 자연사과</a:t>
            </a:r>
            <a:endParaRPr lang="en-US" altLang="ko-KR" sz="1400" b="1" smtClean="0"/>
          </a:p>
          <a:p>
            <a:pPr algn="dist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6133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8764" y="382386"/>
            <a:ext cx="2726573" cy="232755"/>
          </a:xfrm>
        </p:spPr>
        <p:txBody>
          <a:bodyPr>
            <a:noAutofit/>
          </a:bodyPr>
          <a:lstStyle/>
          <a:p>
            <a:r>
              <a:rPr lang="en-US" altLang="ko-KR" sz="2000" smtClean="0">
                <a:latin typeface="+mn-ea"/>
                <a:ea typeface="+mn-ea"/>
              </a:rPr>
              <a:t>1. </a:t>
            </a:r>
            <a:r>
              <a:rPr lang="ko-KR" altLang="en-US" sz="2000" smtClean="0">
                <a:latin typeface="+mn-ea"/>
                <a:ea typeface="+mn-ea"/>
              </a:rPr>
              <a:t>개발 배경</a:t>
            </a: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94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21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BioFlow GBIF 데이터 변환 및 검증 툴 사용법</vt:lpstr>
      <vt:lpstr>1. 개발 배경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BioFlow GBIF 데이터 변환 및 검증 툴 사용법</dc:title>
  <dc:creator>이상보</dc:creator>
  <cp:lastModifiedBy>이상보</cp:lastModifiedBy>
  <cp:revision>1</cp:revision>
  <dcterms:created xsi:type="dcterms:W3CDTF">2026-05-14T01:47:20Z</dcterms:created>
  <dcterms:modified xsi:type="dcterms:W3CDTF">2026-05-14T01:53:07Z</dcterms:modified>
</cp:coreProperties>
</file>